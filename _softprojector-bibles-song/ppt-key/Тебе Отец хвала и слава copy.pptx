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Comforta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mfortaa-bold.fntdata"/><Relationship Id="rId12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7f060607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7f060607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7f060607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7f060607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7f060607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7f060607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7f060607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7f060607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7f060607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7f060607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c7f060607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c7f060607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660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Тебе Отец хвала и слава,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что Сына Ты отдал на смерть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Что б мы на жизнь имели право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Он должен был за нас страдая умерет</a:t>
            </a:r>
            <a:r>
              <a:rPr b="1" lang="en" sz="4000"/>
              <a:t>ь</a:t>
            </a:r>
            <a:endParaRPr b="1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Хвала Христу за воскресенье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Он победил, Он жив во век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драгоценное спасени</a:t>
            </a:r>
            <a:r>
              <a:rPr b="1" lang="en" sz="4400"/>
              <a:t>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с Богом мир имеет снова человек</a:t>
            </a:r>
            <a:endParaRPr b="1" sz="44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101600" marR="10160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16">
              <a:solidFill>
                <a:srgbClr val="44444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0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40"/>
              <a:t>Прошли века и поколенья</a:t>
            </a:r>
            <a:endParaRPr b="1" sz="40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40"/>
              <a:t>Но в наши души льется свет</a:t>
            </a:r>
            <a:endParaRPr b="1" sz="40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40"/>
              <a:t>От светлой славы воскресенье</a:t>
            </a:r>
            <a:endParaRPr b="1" sz="40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40"/>
              <a:t>И дух наш счастлив и утешен и согрет</a:t>
            </a:r>
            <a:endParaRPr b="1" sz="40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Хвала Христу за воскресенье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Он победил, Он жив во век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драгоценное спасение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с Богом мир имеет снова человек</a:t>
            </a:r>
            <a:endParaRPr b="1" sz="44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101600" marR="10160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16">
              <a:solidFill>
                <a:srgbClr val="44444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2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544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203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7A2B8"/>
              </a:solidFill>
              <a:highlight>
                <a:srgbClr val="EDF8F9"/>
              </a:highlight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404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Мой друг в сердечном покаянии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Перед воскресшим преклонись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Он дарит грешным оправданье!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Надежду, будущность и с преизбытком жизнь</a:t>
            </a:r>
            <a:endParaRPr b="1" sz="4400"/>
          </a:p>
          <a:p>
            <a:pPr indent="0" lvl="0" marL="0" marR="10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Хвала Христу за воскресенье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Он победил, Он жив во век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драгоценное спасение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И с Богом мир имеет снова человек</a:t>
            </a:r>
            <a:endParaRPr sz="4400">
              <a:solidFill>
                <a:srgbClr val="44444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