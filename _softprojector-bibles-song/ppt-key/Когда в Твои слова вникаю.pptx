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9144000"/>
  <p:notesSz cx="6858000" cy="9144000"/>
  <p:embeddedFontLst>
    <p:embeddedFont>
      <p:font typeface="Questrial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Questrial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09007739e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09007739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8d6e4abb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8d6e4abbe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8d6e4abbe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8d6e4abbe7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db7d7ad3a9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db7d7ad3a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db7d7ad3a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2db7d7ad3a9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8d6e4abbe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8d6e4abbe7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33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Questrial"/>
              <a:buNone/>
              <a:defRPr b="0" i="0" sz="44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6096000" y="6248400"/>
            <a:ext cx="2667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609600" y="6248206"/>
            <a:ext cx="542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0" y="1272222"/>
            <a:ext cx="5334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9090" lvl="0" marL="45720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  <a:defRPr b="0" i="0" sz="2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44169" lvl="1" marL="914400" marR="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⬜"/>
              <a:defRPr b="0" i="0" sz="2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38137" lvl="2" marL="1371600" marR="0" rtl="0" algn="l"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b="0" i="0" sz="2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23850" lvl="3" marL="1828800" marR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11150" lvl="4" marL="2286000" marR="0" rtl="0" algn="l"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42900" lvl="5" marL="2743200" marR="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42900" lvl="6" marL="3200400" marR="0" rtl="0" algn="l"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42900" lvl="7" marL="3657600" marR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42900" lvl="8" marL="4114800" marR="0" rtl="0" algn="l">
              <a:spcBef>
                <a:spcPts val="1200"/>
              </a:spcBef>
              <a:spcAft>
                <a:spcPts val="120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0" y="3022050"/>
            <a:ext cx="9144000" cy="813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ru-RU" sz="4000"/>
              <a:t>Когда в Твои слова вникаю</a:t>
            </a:r>
            <a:endParaRPr b="1"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ctrTitle"/>
          </p:nvPr>
        </p:nvSpPr>
        <p:spPr>
          <a:xfrm>
            <a:off x="685800" y="-255270"/>
            <a:ext cx="7772400" cy="457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Questrial"/>
              <a:buNone/>
            </a:pPr>
            <a:r>
              <a:t/>
            </a:r>
            <a:endParaRPr b="0" i="0" sz="3959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0" y="533400"/>
            <a:ext cx="91440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Font typeface="Noto Sans Symbols"/>
              <a:buNone/>
            </a:pPr>
            <a:r>
              <a:rPr b="1" i="0" lang="ru-RU" sz="4100" u="none" cap="none" strike="noStrike">
                <a:solidFill>
                  <a:srgbClr val="FFFFFF"/>
                </a:solidFill>
              </a:rPr>
              <a:t>Когда в Твои слова вникаю, </a:t>
            </a:r>
            <a:br>
              <a:rPr b="1" i="0" lang="ru-RU" sz="4100" u="none" cap="none" strike="noStrike">
                <a:solidFill>
                  <a:srgbClr val="FFFFFF"/>
                </a:solidFill>
              </a:rPr>
            </a:br>
            <a:r>
              <a:rPr b="1" i="0" lang="ru-RU" sz="4100" u="none" cap="none" strike="noStrike">
                <a:solidFill>
                  <a:srgbClr val="FFFFFF"/>
                </a:solidFill>
              </a:rPr>
              <a:t>Христос Спаситель дивный мой, </a:t>
            </a:r>
            <a:br>
              <a:rPr b="1" i="0" lang="ru-RU" sz="4100" u="none" cap="none" strike="noStrike">
                <a:solidFill>
                  <a:srgbClr val="FFFFFF"/>
                </a:solidFill>
              </a:rPr>
            </a:br>
            <a:r>
              <a:rPr b="1" i="0" lang="ru-RU" sz="4100" u="none" cap="none" strike="noStrike">
                <a:solidFill>
                  <a:srgbClr val="FFFFFF"/>
                </a:solidFill>
              </a:rPr>
              <a:t>Тогда все глубже понимаю, </a:t>
            </a:r>
            <a:br>
              <a:rPr b="1" i="0" lang="ru-RU" sz="4100" u="none" cap="none" strike="noStrike">
                <a:solidFill>
                  <a:srgbClr val="FFFFFF"/>
                </a:solidFill>
              </a:rPr>
            </a:br>
            <a:r>
              <a:rPr b="1" i="0" lang="ru-RU" sz="4100" u="none" cap="none" strike="noStrike">
                <a:solidFill>
                  <a:srgbClr val="FFFFFF"/>
                </a:solidFill>
              </a:rPr>
              <a:t>Что без тебя я прах земной. </a:t>
            </a:r>
            <a:endParaRPr b="1" sz="4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ctrTitle"/>
          </p:nvPr>
        </p:nvSpPr>
        <p:spPr>
          <a:xfrm>
            <a:off x="685800" y="-255270"/>
            <a:ext cx="7772400" cy="4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Questrial"/>
              <a:buNone/>
            </a:pPr>
            <a:r>
              <a:t/>
            </a:r>
            <a:endParaRPr b="0" i="0" sz="3959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72" name="Google Shape;72;p16"/>
          <p:cNvSpPr txBox="1"/>
          <p:nvPr>
            <p:ph idx="1" type="subTitle"/>
          </p:nvPr>
        </p:nvSpPr>
        <p:spPr>
          <a:xfrm>
            <a:off x="0" y="533400"/>
            <a:ext cx="91440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Font typeface="Noto Sans Symbols"/>
              <a:buNone/>
            </a:pPr>
            <a:r>
              <a:rPr b="1" i="0" lang="ru-RU" sz="4200" u="none" cap="none" strike="noStrike">
                <a:solidFill>
                  <a:srgbClr val="000000"/>
                </a:solidFill>
              </a:rPr>
              <a:t> </a:t>
            </a:r>
            <a:br>
              <a:rPr b="1" i="0" lang="ru-RU" sz="4200" u="none" cap="none" strike="noStrike">
                <a:solidFill>
                  <a:srgbClr val="FFFFFF"/>
                </a:solidFill>
              </a:rPr>
            </a:br>
            <a:r>
              <a:rPr b="1" i="0" lang="ru-RU" sz="4200" u="none" cap="none" strike="noStrike">
                <a:solidFill>
                  <a:srgbClr val="FFFFFF"/>
                </a:solidFill>
              </a:rPr>
              <a:t>//Ты есть моя лоза святая, </a:t>
            </a:r>
            <a:br>
              <a:rPr b="1" i="0" lang="ru-RU" sz="4200" u="none" cap="none" strike="noStrike">
                <a:solidFill>
                  <a:srgbClr val="FFFFFF"/>
                </a:solidFill>
              </a:rPr>
            </a:br>
            <a:r>
              <a:rPr b="1" i="0" lang="ru-RU" sz="4200" u="none" cap="none" strike="noStrike">
                <a:solidFill>
                  <a:srgbClr val="FFFFFF"/>
                </a:solidFill>
              </a:rPr>
              <a:t>А я лишь веточка Твоя, </a:t>
            </a:r>
            <a:br>
              <a:rPr b="1" i="0" lang="ru-RU" sz="4200" u="none" cap="none" strike="noStrike">
                <a:solidFill>
                  <a:srgbClr val="FFFFFF"/>
                </a:solidFill>
              </a:rPr>
            </a:br>
            <a:r>
              <a:rPr b="1" i="0" lang="ru-RU" sz="4200" u="none" cap="none" strike="noStrike">
                <a:solidFill>
                  <a:srgbClr val="FFFFFF"/>
                </a:solidFill>
              </a:rPr>
              <a:t>Твоими соками питаюсь </a:t>
            </a:r>
            <a:br>
              <a:rPr b="1" i="0" lang="ru-RU" sz="4200" u="none" cap="none" strike="noStrike">
                <a:solidFill>
                  <a:srgbClr val="FFFFFF"/>
                </a:solidFill>
              </a:rPr>
            </a:br>
            <a:r>
              <a:rPr b="1" i="0" lang="ru-RU" sz="4200" u="none" cap="none" strike="noStrike">
                <a:solidFill>
                  <a:srgbClr val="FFFFFF"/>
                </a:solidFill>
              </a:rPr>
              <a:t>Я мой Спаситель от Тебя.// </a:t>
            </a:r>
            <a:br>
              <a:rPr b="1" i="0" lang="ru-RU" sz="42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</a:br>
            <a:endParaRPr b="1" i="0" sz="42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0" y="800100"/>
            <a:ext cx="9144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Questrial"/>
              <a:buNone/>
            </a:pPr>
            <a:r>
              <a:t/>
            </a:r>
            <a:endParaRPr b="1" sz="4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Questrial"/>
              <a:buNone/>
            </a:pPr>
            <a:r>
              <a:t/>
            </a:r>
            <a:endParaRPr b="1" sz="4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Questrial"/>
              <a:buNone/>
            </a:pPr>
            <a: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Твой сок во мне все оживляет </a:t>
            </a:r>
            <a:b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Несет мне радость и покой </a:t>
            </a:r>
            <a:b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Душа так близко ощущает </a:t>
            </a:r>
            <a:b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Тебя Господь, Спаситель мой. </a:t>
            </a:r>
            <a:b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ru-RU" sz="4200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</a:br>
            <a:endParaRPr b="1" i="0" sz="4200" u="none" cap="none" strike="noStrik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457200" y="7086599"/>
            <a:ext cx="8229600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292417" lvl="0" marL="320040" marR="0" rtl="0" algn="l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59999"/>
              <a:buFont typeface="Noto Sans Symbols"/>
              <a:buNone/>
            </a:pPr>
            <a:r>
              <a:t/>
            </a:r>
            <a:endParaRPr b="0" i="0" sz="725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0" y="759050"/>
            <a:ext cx="9144000" cy="53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Questrial"/>
              <a:buNone/>
            </a:pPr>
            <a:b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ru-RU" sz="42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//Когда ж случается порою </a:t>
            </a:r>
            <a:br>
              <a:rPr b="1" i="0" lang="ru-RU" sz="42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ru-RU" sz="42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Не пребываю я с Тобой </a:t>
            </a:r>
            <a:br>
              <a:rPr b="1" i="0" lang="ru-RU" sz="42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ru-RU" sz="42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Тогда терзаюсь я душою </a:t>
            </a:r>
            <a:br>
              <a:rPr b="1" i="0" lang="ru-RU" sz="42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ru-RU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Не находя душе покой</a:t>
            </a:r>
            <a:r>
              <a:rPr b="1" i="0" lang="ru-RU" sz="42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.//</a:t>
            </a:r>
            <a:br>
              <a:rPr b="1" i="0" lang="ru-RU" sz="4200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</a:br>
            <a:endParaRPr b="1" i="0" sz="4200" cap="none" strike="noStrik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457200" y="7086599"/>
            <a:ext cx="8229600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292417" lvl="0" marL="320040" marR="0" rtl="0" algn="l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59999"/>
              <a:buFont typeface="Noto Sans Symbols"/>
              <a:buNone/>
            </a:pPr>
            <a:r>
              <a:t/>
            </a:r>
            <a:endParaRPr b="0" i="0" sz="725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200">
                <a:solidFill>
                  <a:srgbClr val="FFFFFF"/>
                </a:solidFill>
              </a:rPr>
              <a:t>И потому моё желанье –</a:t>
            </a:r>
            <a:endParaRPr b="1" sz="42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200">
                <a:solidFill>
                  <a:srgbClr val="FFFFFF"/>
                </a:solidFill>
              </a:rPr>
              <a:t>В Тебе, Христос мой, пребывать,</a:t>
            </a:r>
            <a:br>
              <a:rPr b="1" lang="ru-RU" sz="4200">
                <a:solidFill>
                  <a:srgbClr val="FFFFFF"/>
                </a:solidFill>
              </a:rPr>
            </a:br>
            <a:r>
              <a:rPr b="1" lang="ru-RU" sz="4200">
                <a:solidFill>
                  <a:srgbClr val="FFFFFF"/>
                </a:solidFill>
              </a:rPr>
              <a:t>Чтоб в жизни все мои деянья</a:t>
            </a:r>
            <a:br>
              <a:rPr b="1" lang="ru-RU" sz="4200">
                <a:solidFill>
                  <a:srgbClr val="FFFFFF"/>
                </a:solidFill>
              </a:rPr>
            </a:br>
            <a:r>
              <a:rPr b="1" lang="ru-RU" sz="4200">
                <a:solidFill>
                  <a:srgbClr val="FFFFFF"/>
                </a:solidFill>
              </a:rPr>
              <a:t>Твоею силой совершать.</a:t>
            </a:r>
            <a:endParaRPr b="1" sz="4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ctrTitle"/>
          </p:nvPr>
        </p:nvSpPr>
        <p:spPr>
          <a:xfrm>
            <a:off x="685800" y="-255270"/>
            <a:ext cx="7772400" cy="4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Questrial"/>
              <a:buNone/>
            </a:pPr>
            <a:r>
              <a:t/>
            </a:r>
            <a:endParaRPr b="0" i="0" sz="3959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5" name="Google Shape;95;p20"/>
          <p:cNvSpPr txBox="1"/>
          <p:nvPr>
            <p:ph idx="1" type="subTitle"/>
          </p:nvPr>
        </p:nvSpPr>
        <p:spPr>
          <a:xfrm>
            <a:off x="0" y="533400"/>
            <a:ext cx="91440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Font typeface="Noto Sans Symbols"/>
              <a:buNone/>
            </a:pPr>
            <a:r>
              <a:rPr b="1" i="0" lang="ru-RU" sz="4200" u="none" cap="none" strike="noStrike">
                <a:solidFill>
                  <a:srgbClr val="000000"/>
                </a:solidFill>
              </a:rPr>
              <a:t> </a:t>
            </a:r>
            <a:br>
              <a:rPr b="1" i="0" lang="ru-RU" sz="4200" u="none" cap="none" strike="noStrike">
                <a:solidFill>
                  <a:srgbClr val="FFFFFF"/>
                </a:solidFill>
              </a:rPr>
            </a:br>
            <a:r>
              <a:rPr b="1" i="0" lang="ru-RU" sz="4200" u="none" cap="none" strike="noStrike">
                <a:solidFill>
                  <a:srgbClr val="FFFFFF"/>
                </a:solidFill>
              </a:rPr>
              <a:t>//Ты есть моя лоза святая, </a:t>
            </a:r>
            <a:br>
              <a:rPr b="1" i="0" lang="ru-RU" sz="4200" u="none" cap="none" strike="noStrike">
                <a:solidFill>
                  <a:srgbClr val="FFFFFF"/>
                </a:solidFill>
              </a:rPr>
            </a:br>
            <a:r>
              <a:rPr b="1" i="0" lang="ru-RU" sz="4200" u="none" cap="none" strike="noStrike">
                <a:solidFill>
                  <a:srgbClr val="FFFFFF"/>
                </a:solidFill>
              </a:rPr>
              <a:t>А я лишь веточка Твоя, </a:t>
            </a:r>
            <a:br>
              <a:rPr b="1" i="0" lang="ru-RU" sz="4200" u="none" cap="none" strike="noStrike">
                <a:solidFill>
                  <a:srgbClr val="FFFFFF"/>
                </a:solidFill>
              </a:rPr>
            </a:br>
            <a:r>
              <a:rPr b="1" lang="ru-RU" sz="4200">
                <a:solidFill>
                  <a:srgbClr val="FFFFFF"/>
                </a:solidFill>
              </a:rPr>
              <a:t>Твоими соками пытаясь,</a:t>
            </a:r>
            <a:br>
              <a:rPr b="1" i="0" lang="ru-RU" sz="4200" u="none" cap="none" strike="noStrike">
                <a:solidFill>
                  <a:srgbClr val="FFFFFF"/>
                </a:solidFill>
              </a:rPr>
            </a:br>
            <a:r>
              <a:rPr b="1" lang="ru-RU" sz="4200">
                <a:solidFill>
                  <a:schemeClr val="dk1"/>
                </a:solidFill>
              </a:rPr>
              <a:t> Дай пребывать в Тебе всегда</a:t>
            </a:r>
            <a:r>
              <a:rPr b="1" i="0" lang="ru-RU" sz="4200" u="none" cap="none" strike="noStrike">
                <a:solidFill>
                  <a:schemeClr val="dk1"/>
                </a:solidFill>
              </a:rPr>
              <a:t>.// </a:t>
            </a:r>
            <a:br>
              <a:rPr b="1" i="0" lang="ru-RU" sz="4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</a:br>
            <a:endParaRPr b="1" i="0" sz="42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0" y="736075"/>
            <a:ext cx="9144000" cy="5376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Questrial"/>
              <a:buNone/>
            </a:pPr>
            <a:r>
              <a:t/>
            </a:r>
            <a:endParaRPr b="1" sz="4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Questrial"/>
              <a:buNone/>
            </a:pPr>
            <a:r>
              <a:t/>
            </a:r>
            <a:endParaRPr b="1" sz="4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Questrial"/>
              <a:buNone/>
            </a:pPr>
            <a:r>
              <a:rPr b="1" lang="ru-RU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Христос Ты жизнь, и путь для жизни </a:t>
            </a:r>
            <a:b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Дающий радость бытия </a:t>
            </a:r>
            <a:b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Ценою жизни в дверь отчизну </a:t>
            </a:r>
            <a:b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Открыл Ты грешникам как я </a:t>
            </a:r>
            <a:b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ru-RU" sz="4200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</a:br>
            <a:endParaRPr b="1" i="0" sz="4200" u="none" cap="none" strike="noStrik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0" y="785675"/>
            <a:ext cx="9144000" cy="53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Questrial"/>
              <a:buNone/>
            </a:pPr>
            <a:b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//Ты для меня лоза святая, </a:t>
            </a:r>
            <a:b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 я лишь веточка Твоя, </a:t>
            </a:r>
            <a:b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Твоими соками </a:t>
            </a:r>
            <a:r>
              <a:rPr b="1" lang="ru-RU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пытаясь,</a:t>
            </a:r>
            <a: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b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ru-RU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Дай пребывать в Тебе всегда.//</a:t>
            </a:r>
            <a:br>
              <a:rPr b="1" i="0" lang="ru-RU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ru-RU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__________</a:t>
            </a:r>
            <a:br>
              <a:rPr b="1" i="0" lang="ru-RU" sz="42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</a:br>
            <a:endParaRPr b="1" i="0" sz="42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457200" y="7086599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4149" lvl="0" marL="320040" marR="0" rtl="0" algn="l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ts val="565"/>
              <a:buFont typeface="Noto Sans Symbols"/>
              <a:buNone/>
            </a:pPr>
            <a:r>
              <a:t/>
            </a:r>
            <a:endParaRPr b="0" i="0" sz="942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